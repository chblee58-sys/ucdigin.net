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UCKLab AI융합미래연구소 · 주간 HBR 인텔리전스</a:t>
            </a:r>
          </a:p>
          <a:p>
            <a:pPr>
              <a:spcBef>
                <a:spcPts val="1600"/>
              </a:spcBef>
              <a:defRPr sz="3200" b="1">
                <a:solidFill>
                  <a:srgbClr val="F8FAFC"/>
                </a:solidFill>
              </a:defRPr>
            </a:pPr>
            <a:r>
              <a:t>[주간 HBR 리포트] AGI 문명 전환기와 종합 거버넌스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발행인: Dr. Chang-bae Lee (이창배 박사) | 일시: 2026년 09월 28일 | 맞춤 덱 v2</a:t>
            </a:r>
          </a:p>
          <a:p>
            <a:pPr>
              <a:spcBef>
                <a:spcPts val="1000"/>
              </a:spcBef>
              <a:defRPr sz="1200">
                <a:solidFill>
                  <a:srgbClr val="38BDF8"/>
                </a:solidFill>
              </a:defRPr>
            </a:pPr>
            <a:r>
              <a:t>🔒 정식 라이선스 발급 계정: executive_subscriber@example.com (최대 3회 수정 거버넌스)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1. 주간 핵심 요약 및 3대 명제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[문명적 진단] 기술 가속도와 글로벌 지정학적 불안정이 결합하는 문명사적 대전환기 속에서 기술 만능주의와 디스토피아적 허무주의를 동시에 경계해야 합니다.</a:t>
            </a:r>
          </a:p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[청지기적 원칙] 인공지능은 숭배의 대상이 아닌 하나님께서 인간에게 위임하신 거룩한 관리의 도구이며, 그 지향점은 오직 인간 존엄성과 공공선에 있어야 합니다.</a:t>
            </a:r>
          </a:p>
          <a:p>
            <a:pPr>
              <a:spcBef>
                <a:spcPts val="1600"/>
              </a:spcBef>
              <a:defRPr sz="1500">
                <a:solidFill>
                  <a:srgbClr val="F8FAFC"/>
                </a:solidFill>
              </a:defRPr>
            </a:pPr>
            <a:r>
              <a:t>• [실천적 제언] 기술 패권의 독점적 집중을 방지하고 알고리즘 거버넌스의 도덕적 주권을 확립하여 약자와 공동체의 번영을 섬기는 정론의 길을 열어야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 글로벌 10대 도메인 주간 트렌드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🏛️ 정치/외교: G7 AGI 자율 안전 협약 체결 및 다자간 규범 집행력 가속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📈 경제/공급망: 반도체 리쇼어링과 글로벌 거시 인플레이션 방어 체계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👥 사회/AI윤리: 생성형 AI 저작권 및 인간 노동 소외 방지 심포지엄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💳 금융/핀테크: 중앙은행 CBDC 상용화 추진과 디지털 자산 유동성 재편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🛡️ 국방/안보: 동맹 자율 방위 체계 및 극초음속·전자전 억제 전략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✝️ 기독교/영성: 포스트휴머니즘 시대의 목회 윤리와 청지기적 소명 실천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🔬 과학/기술/AGI: 차세대 파운데이션 모델 및 퀀텀 뉴로모픽 칩 혁신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3. 특별 권두 정론 칼럼: '이창배 Note'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기술의 가속도가 인간의 도덕적 나침반을 앞지르는 유례없는 거대한 전환점 속에서, 우리는 기술을 경배의 대상도, 공포의 대상도 아닌 하나님께서 위임하신 거룩한 관리와 봉사의 도구로 명확히 인식해야 합니다.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</a:defRPr>
            </a:pPr>
            <a:r>
              <a:t>진정한 지혜는 알고리즘의 연산 속도에서 나오지 않으며, 오직 시대를 꿰뚫어 보는 영적 분별력과 진리에 뿌리내린 청지기적 책임 의식에서 비롯됩니다. 기술이 인간을 지배하지 않고, 인간이 공의와 사랑으로 기술을 다스릴 때 문명의 영속성이 보장됩니다.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4. 최고의사결정자를 위한 3단계 실행 대안 (Action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1단계: 리스크 모니터링 체계의 원자화 (Granular Surveillance)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공급망 지연 및 AI 보안 취약점을 조기 포착할 수 있는 다중 센서 기반 인텔리전스 체계 구축</a:t>
            </a:r>
          </a:p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2단계: 알고리즘 거버넌스 투명성 확보 (Governance Auditing)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블랙박스 의사결정을 배제하고 설명 가능한 청지기적 책임성 검증 프로토콜 도입</a:t>
            </a:r>
          </a:p>
          <a:p>
            <a:pPr>
              <a:spcBef>
                <a:spcPts val="1600"/>
              </a:spcBef>
              <a:defRPr sz="1500" b="1">
                <a:solidFill>
                  <a:srgbClr val="38BDF8"/>
                </a:solidFill>
              </a:defRPr>
            </a:pPr>
            <a:r>
              <a:t>3단계: 청지기 가치 기반의 지속 가능한 자산 운용 (Stewardship Deployment)</a:t>
            </a:r>
          </a:p>
          <a:p>
            <a:pPr>
              <a:spcBef>
                <a:spcPts val="400"/>
              </a:spcBef>
              <a:defRPr sz="1350">
                <a:solidFill>
                  <a:srgbClr val="F8FAFC"/>
                </a:solidFill>
              </a:defRPr>
            </a:pPr>
            <a:r>
              <a:t>  -&gt; 단기 수익성 극대화보다 공동체의 공공선과 장기적 문명적 복원력에 자본 배분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